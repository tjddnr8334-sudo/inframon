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507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(표는 측점 상위 3개소 + 참고 1개소)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6367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636776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636776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636776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636776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636776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636776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636776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9385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938528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938528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938528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938528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938528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83%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938528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2402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240280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정자교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슬래브·PSC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108×26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240280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240280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240280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12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240280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+0.53 ± 0.25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240280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240280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5420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0" y="2651760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2651760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포함한다(암사대교 100%·가양대교 98%·성수대교 83%). 관측 정밀도 안에서 유의한 거동이 없다는 뜻이고, 2024년 현장 SHM 의 '관리기준 이내' 판정과 어긋나지 않는다.</a:t>
            </a:r>
          </a:p>
        </p:txBody>
      </p:sp>
      <p:pic>
        <p:nvPicPr>
          <p:cNvPr id="60" name="Picture 59" descr="seoul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65" y="3163824"/>
            <a:ext cx="9009565" cy="3163823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76055"/>
            <a:ext cx="7635240" cy="47539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점을 교량 위에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가로=교대에서 잰 거리, 세로=중심선에서 벗어난 거리. ×는 정밀도 기준에 못 미쳐 뺀 점.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교면 위가 맞나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제방 점보다 유의하게 높아야 한다. 아니면 뒤 숫자를 믿으면 안 된다.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어디가 얼마나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mm/yr ± 95% CI. 초록 띠(±0.5) 안이면 '움직임 없음'.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시간에 따라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점 중앙값 시계열. 흔들림은 계절(열), 기울기가 장기 변위.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980944"/>
            <a:ext cx="3520440" cy="841248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980944"/>
            <a:ext cx="3246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한 줄로 — 이 레인은 시점별 잡음이 ±14 mm 라 **점 하나의 mm/yr 는 못 믿는다.** 그래서 (c)(d) 에서 점 하나가 아니라 **교면 점 전체의 중앙값 ± 신뢰구간**까지만 말한다. 그 이상은 이 데이터가 답하지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4279392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79392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4279392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4279392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55371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55371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55371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91947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919472"/>
            <a:ext cx="352044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91947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91947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GNSS변위◯·신축변위◯·처짐◯·바닥판진동◯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91947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28523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28523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28523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28523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65099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760720"/>
            <a:ext cx="3520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현장 계측 ↔ 위성 InSAR — 16개소 전수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2024 한강교량 온라인 안전감시 최종보고 전 교량</a:t>
            </a:r>
          </a:p>
        </p:txBody>
      </p:sp>
      <p:pic>
        <p:nvPicPr>
          <p:cNvPr id="6" name="Picture 5" descr="hangang_지표_종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980" y="914400"/>
            <a:ext cx="6787736" cy="4498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대상 중 위성으로도 산출된 교량 — 빠진 곳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14/16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판정이 보고서 판정과 같은 교량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처짐·텐던 계측이 미설치(X)이거나 경사계 대체(△)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위성 판정 = 데크 중앙값 LOS 시계열에 직선+연주기를 맞춘 속도의 95% 신뢰구간이 0 을 포함하는가. 현장 계측은 센서가 있는 항목만, 그 지점에서 본다 — 둘은 경쟁이 아니라 서로의 빈칸을 메운다.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GNSS ↔ 위성 InSAR — 기간을 맞추면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월드컵대교 2024-01~11 · 샛강문화다리 2022~2024</a:t>
            </a:r>
          </a:p>
        </p:txBody>
      </p:sp>
      <p:pic>
        <p:nvPicPr>
          <p:cNvPr id="6" name="Picture 5" descr="gnss_insar_추세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276" y="914400"/>
            <a:ext cx="71271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보고서에 GNSS 수치표가 인쇄된 교량(16개소 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 · 19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창(1년 · 3년)으로 자른 Sentinel-1 시점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C03028"/>
                </a:solidFill>
                <a:latin typeface="맑은 고딕"/>
              </a:rPr>
              <a:t>±41 · ±7.8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창에서의 95% 신뢰구간 — 이 폭으로는 추세를 판별할 수 없다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정직하게 — 보고서 GNSS 는 2024 한 해(월드컵) 또는 2022~24 3년(샛강)뿐이고, 그 창으로 위성을 자르면 Sentinel-1(12일 주기)은 시점이 6~19개라 신뢰구간이 GNSS 값 전체를 삼킨다. 전체 8년으로 보면 샛강문화다리가 +0.49 mm/yr 로 보고서 GNSS 범위 안에 들지만, 그건 같은 기간을 잰 값이 아니다. GNSS 대조는 코너리플렉터·고해상도 SAR 이 있어야 성립한다.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측점은 어디서 나오나 — 암사대교 전 과정을 한 장에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OSM 데크선 · 쉬프트 되돌림 · 데크 ±30 m 선별 · IFC 부재 결합</a:t>
            </a:r>
          </a:p>
        </p:txBody>
      </p:sp>
      <p:pic>
        <p:nvPicPr>
          <p:cNvPr id="6" name="Picture 5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686" y="914400"/>
            <a:ext cx="8332324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541264"/>
            <a:ext cx="50292" cy="7680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20000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트랙 전체(이 교량 반경 안 PS/DS 후보)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541264"/>
            <a:ext cx="50292" cy="768096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32.4 m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형하고 때문에 밀린 거리 δh/tanθ — 되돌려야 교면에 앉는다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541264"/>
            <a:ext cx="50292" cy="76809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237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 ±30 m 안으로 남은 교면 측점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ⓐ→ⓑ 선별은 파이프라인 ④단계와 같은 코드다(geolocation.apply_correction + deck_geometry.project_to_polyline) — 발표용으로 다시 고른 것이 아니다. ⓒ→ⓓ 는 트윈 산출물(twin.viewer.html)을 그대로 읽는다.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1112점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⑪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