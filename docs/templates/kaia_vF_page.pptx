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2" r:id="rId4"/>
  </p:sldMasterIdLst>
  <p:notesMasterIdLst>
    <p:notesMasterId r:id="rId23"/>
  </p:notesMasterIdLst>
  <p:sldIdLst/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A0B6F17-C26F-43FB-831C-EA58927E2B26}">
          <p14:sldIdLst/>
        </p14:section>
        <p14:section name="서식" id="{DDF278CF-ADA6-4C98-B57F-8DA450EC3DB7}">
          <p14:sldIdLst/>
        </p14:section>
        <p14:section name="본문" id="{28065E0A-B8FD-4313-8E73-291547E2D5D1}">
          <p14:sldIdLst>
            <p14:sldId id="1274"/>
            <p14:sldId id="1176"/>
            <p14:sldId id="1249"/>
            <p14:sldId id="1250"/>
            <p14:sldId id="1267"/>
            <p14:sldId id="1270"/>
            <p14:sldId id="1269"/>
            <p14:sldId id="1259"/>
            <p14:sldId id="1265"/>
            <p14:sldId id="1256"/>
            <p14:sldId id="1260"/>
            <p14:sldId id="1255"/>
            <p14:sldId id="1272"/>
            <p14:sldId id="1273"/>
            <p14:sldId id="1268"/>
            <p14:sldId id="1240"/>
            <p14:sldId id="1261"/>
            <p14:sldId id="12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316FB6-C249-FF8E-3EAB-EBF74372A5C7}" name="선우린" initials="우선" userId="S::lynn@smartinside.ai::8266e99a-492c-4aeb-b0bf-c7bb5c4f60e9" providerId="AD"/>
  <p188:author id="{EA59F4CB-818A-144A-B007-87B8AD83CA12}" name="김한선" initials="" userId="S::butan90@o365.skku.edu::317d3101-5e51-4b24-877b-583fa87dbda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7F9"/>
    <a:srgbClr val="1C5B8A"/>
    <a:srgbClr val="BBD9F7"/>
    <a:srgbClr val="D6E8FA"/>
    <a:srgbClr val="EAF3FC"/>
    <a:srgbClr val="FFDE75"/>
    <a:srgbClr val="3B95F7"/>
    <a:srgbClr val="074FA1"/>
    <a:srgbClr val="7EB9FA"/>
    <a:srgbClr val="B7D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36" autoAdjust="0"/>
  </p:normalViewPr>
  <p:slideViewPr>
    <p:cSldViewPr snapToGrid="0">
      <p:cViewPr varScale="1">
        <p:scale>
          <a:sx n="109" d="100"/>
          <a:sy n="109" d="100"/>
        </p:scale>
        <p:origin x="672" y="78"/>
      </p:cViewPr>
      <p:guideLst>
        <p:guide orient="horz" pos="411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3966" y="12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3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l">
              <a:defRPr sz="1300">
                <a:latin typeface="12롯데마트드림Bold" panose="02020603020101020101" pitchFamily="18" charset="-127"/>
              </a:defRPr>
            </a:lvl1pPr>
          </a:lstStyle>
          <a:p>
            <a:endParaRPr lang="en-K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r">
              <a:defRPr sz="1300">
                <a:latin typeface="12롯데마트드림Bold" panose="02020603020101020101" pitchFamily="18" charset="-127"/>
              </a:defRPr>
            </a:lvl1pPr>
          </a:lstStyle>
          <a:p>
            <a:fld id="{B86E2F54-72BD-6E42-AEBA-33695E9DE06A}" type="datetimeFigureOut">
              <a:rPr lang="en-KR" smtClean="0"/>
              <a:pPr/>
              <a:t>09/17/2026</a:t>
            </a:fld>
            <a:endParaRPr lang="en-KR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9" tIns="49520" rIns="99039" bIns="49520" rtlCol="0" anchor="ctr"/>
          <a:lstStyle/>
          <a:p>
            <a:endParaRPr lang="en-K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1"/>
            <a:ext cx="5683250" cy="4029879"/>
          </a:xfrm>
          <a:prstGeom prst="rect">
            <a:avLst/>
          </a:prstGeom>
        </p:spPr>
        <p:txBody>
          <a:bodyPr vert="horz" lIns="99039" tIns="49520" rIns="99039" bIns="495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K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l">
              <a:defRPr sz="1300">
                <a:latin typeface="12롯데마트드림Bold" panose="02020603020101020101" pitchFamily="18" charset="-127"/>
              </a:defRPr>
            </a:lvl1pPr>
          </a:lstStyle>
          <a:p>
            <a:endParaRPr lang="en-K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r">
              <a:defRPr sz="1300">
                <a:latin typeface="12롯데마트드림Bold" panose="02020603020101020101" pitchFamily="18" charset="-127"/>
              </a:defRPr>
            </a:lvl1pPr>
          </a:lstStyle>
          <a:p>
            <a:fld id="{4563FB02-C4B1-5640-BDA0-815292349273}" type="slidenum">
              <a:rPr lang="en-KR" smtClean="0"/>
              <a:pPr/>
              <a:t>‹#›</a:t>
            </a:fld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292739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F8A8-4175-A74C-BC57-4E521DAE3076}" type="datetimeFigureOut">
              <a:rPr lang="en-KR" smtClean="0"/>
              <a:t>09/17/2026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65EA-CDEC-9F4B-A010-46B24FB0110C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65845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목차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background with many lines&#10;&#10;AI-generated content may be incorrect.">
            <a:extLst>
              <a:ext uri="{FF2B5EF4-FFF2-40B4-BE49-F238E27FC236}">
                <a16:creationId xmlns:a16="http://schemas.microsoft.com/office/drawing/2014/main" id="{E46BFB2A-D3E3-1988-0826-A62EFF769F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51000"/>
          </a:blip>
          <a:srcRect l="23064"/>
          <a:stretch/>
        </p:blipFill>
        <p:spPr>
          <a:xfrm>
            <a:off x="1" y="0"/>
            <a:ext cx="9380107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9BD490-65BD-A1DF-FD80-8CE57CE3D033}"/>
              </a:ext>
            </a:extLst>
          </p:cNvPr>
          <p:cNvSpPr/>
          <p:nvPr userDrawn="1"/>
        </p:nvSpPr>
        <p:spPr>
          <a:xfrm>
            <a:off x="0" y="6635413"/>
            <a:ext cx="12192000" cy="222587"/>
          </a:xfrm>
          <a:prstGeom prst="rect">
            <a:avLst/>
          </a:prstGeom>
          <a:solidFill>
            <a:schemeClr val="tx1">
              <a:lumMod val="10000"/>
              <a:lumOff val="9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36CC81-4EAC-80DA-7B8E-AAB7CDEED1BD}"/>
              </a:ext>
            </a:extLst>
          </p:cNvPr>
          <p:cNvSpPr/>
          <p:nvPr userDrawn="1"/>
        </p:nvSpPr>
        <p:spPr>
          <a:xfrm>
            <a:off x="0" y="6812286"/>
            <a:ext cx="12192000" cy="4571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155"/>
            <a:endParaRPr lang="en-KR" sz="1800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5" name="Round Diagonal Corner Rectangle 4">
            <a:extLst>
              <a:ext uri="{FF2B5EF4-FFF2-40B4-BE49-F238E27FC236}">
                <a16:creationId xmlns:a16="http://schemas.microsoft.com/office/drawing/2014/main" id="{D6AB0EDE-1AAE-327B-32A0-6CAF21FB07B0}"/>
              </a:ext>
            </a:extLst>
          </p:cNvPr>
          <p:cNvSpPr/>
          <p:nvPr userDrawn="1"/>
        </p:nvSpPr>
        <p:spPr>
          <a:xfrm>
            <a:off x="11832000" y="6635413"/>
            <a:ext cx="360000" cy="222587"/>
          </a:xfrm>
          <a:prstGeom prst="round2DiagRect">
            <a:avLst>
              <a:gd name="adj1" fmla="val 32819"/>
              <a:gd name="adj2" fmla="val 0"/>
            </a:avLst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155"/>
            <a:endParaRPr lang="en-KR" sz="1800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E88D076-0591-2285-3ED6-1EDA9406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56320"/>
            <a:ext cx="2743200" cy="365125"/>
          </a:xfrm>
          <a:prstGeom prst="rect">
            <a:avLst/>
          </a:prstGeom>
        </p:spPr>
        <p:txBody>
          <a:bodyPr/>
          <a:lstStyle/>
          <a:p>
            <a:fld id="{E1DA906B-CB66-1048-98AE-AAE046A9E502}" type="slidenum">
              <a:rPr lang="en-KR" smtClean="0"/>
              <a:pPr/>
              <a:t>‹#›</a:t>
            </a:fld>
            <a:endParaRPr lang="en-KR"/>
          </a:p>
        </p:txBody>
      </p:sp>
      <p:sp>
        <p:nvSpPr>
          <p:cNvPr id="12" name="Round Diagonal Corner Rectangle 17">
            <a:extLst>
              <a:ext uri="{FF2B5EF4-FFF2-40B4-BE49-F238E27FC236}">
                <a16:creationId xmlns:a16="http://schemas.microsoft.com/office/drawing/2014/main" id="{EE63A46E-225A-962A-89B1-6CED782929EA}"/>
              </a:ext>
            </a:extLst>
          </p:cNvPr>
          <p:cNvSpPr/>
          <p:nvPr userDrawn="1"/>
        </p:nvSpPr>
        <p:spPr>
          <a:xfrm flipH="1">
            <a:off x="-4" y="6635413"/>
            <a:ext cx="2864648" cy="222587"/>
          </a:xfrm>
          <a:prstGeom prst="round2DiagRect">
            <a:avLst>
              <a:gd name="adj1" fmla="val 32819"/>
              <a:gd name="adj2" fmla="val 0"/>
            </a:avLst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155"/>
            <a:endParaRPr lang="en-KR" sz="1800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EE78DA-40D7-951A-3166-C8E44AE31029}"/>
              </a:ext>
            </a:extLst>
          </p:cNvPr>
          <p:cNvSpPr txBox="1"/>
          <p:nvPr userDrawn="1"/>
        </p:nvSpPr>
        <p:spPr>
          <a:xfrm>
            <a:off x="-11998" y="6635314"/>
            <a:ext cx="2936173" cy="236915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>
              <a:defRPr/>
            </a:pPr>
            <a:r>
              <a:rPr kumimoji="1" lang="ko-KR" altLang="en-US" sz="1067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인공지능 플러스 </a:t>
            </a:r>
            <a:r>
              <a:rPr kumimoji="1" lang="en-US" altLang="ko-KR" sz="1067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K</a:t>
            </a:r>
            <a:r>
              <a:rPr kumimoji="1" lang="ko-KR" altLang="en-US" sz="1067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건설인프라</a:t>
            </a:r>
            <a:r>
              <a:rPr kumimoji="1" lang="ko-KR" altLang="en-US" sz="1067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 </a:t>
            </a:r>
            <a:r>
              <a:rPr kumimoji="1" lang="ko-KR" altLang="en-US" sz="1067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레질리언스</a:t>
            </a:r>
            <a:r>
              <a:rPr kumimoji="1" lang="ko-KR" altLang="en-US" sz="1067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 연구센터 </a:t>
            </a:r>
          </a:p>
        </p:txBody>
      </p:sp>
    </p:spTree>
    <p:extLst>
      <p:ext uri="{BB962C8B-B14F-4D97-AF65-F5344CB8AC3E}">
        <p14:creationId xmlns:p14="http://schemas.microsoft.com/office/powerpoint/2010/main" val="1511730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5F6B0B0-CC67-00A4-D1D4-FFFFAD144F76}"/>
              </a:ext>
            </a:extLst>
          </p:cNvPr>
          <p:cNvSpPr/>
          <p:nvPr userDrawn="1"/>
        </p:nvSpPr>
        <p:spPr>
          <a:xfrm>
            <a:off x="0" y="0"/>
            <a:ext cx="12192000" cy="624691"/>
          </a:xfrm>
          <a:prstGeom prst="rect">
            <a:avLst/>
          </a:prstGeom>
          <a:solidFill>
            <a:srgbClr val="10171E">
              <a:lumMod val="10000"/>
              <a:lumOff val="90000"/>
              <a:alpha val="34000"/>
            </a:srgbClr>
          </a:solidFill>
          <a:ln w="19050" cap="flat" cmpd="sng" algn="ctr">
            <a:solidFill>
              <a:srgbClr val="FFFFFF">
                <a:lumMod val="9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K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31DA194-CBAB-3778-F334-8CFC0F22B433}"/>
              </a:ext>
            </a:extLst>
          </p:cNvPr>
          <p:cNvSpPr/>
          <p:nvPr userDrawn="1"/>
        </p:nvSpPr>
        <p:spPr>
          <a:xfrm>
            <a:off x="0" y="588691"/>
            <a:ext cx="12192000" cy="36000"/>
          </a:xfrm>
          <a:prstGeom prst="roundRect">
            <a:avLst>
              <a:gd name="adj" fmla="val 0"/>
            </a:avLst>
          </a:prstGeom>
          <a:solidFill>
            <a:srgbClr val="10171E">
              <a:lumMod val="10000"/>
              <a:lumOff val="9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4" name="Round Same Side Corner Rectangle 23">
            <a:extLst>
              <a:ext uri="{FF2B5EF4-FFF2-40B4-BE49-F238E27FC236}">
                <a16:creationId xmlns:a16="http://schemas.microsoft.com/office/drawing/2014/main" id="{094134B1-D98C-B7C2-0CB9-BF20FB716CF3}"/>
              </a:ext>
            </a:extLst>
          </p:cNvPr>
          <p:cNvSpPr/>
          <p:nvPr userDrawn="1"/>
        </p:nvSpPr>
        <p:spPr>
          <a:xfrm rot="5400000">
            <a:off x="21379" y="-63640"/>
            <a:ext cx="479045" cy="897623"/>
          </a:xfrm>
          <a:prstGeom prst="round2SameRect">
            <a:avLst>
              <a:gd name="adj1" fmla="val 12189"/>
              <a:gd name="adj2" fmla="val 0"/>
            </a:avLst>
          </a:prstGeom>
          <a:solidFill>
            <a:schemeClr val="tx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 defTabSz="457155"/>
            <a:endParaRPr lang="en-KR" kern="0" noProof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62B8B964-5829-35DA-FFE9-B75B4560FED1}"/>
              </a:ext>
            </a:extLst>
          </p:cNvPr>
          <p:cNvSpPr/>
          <p:nvPr userDrawn="1"/>
        </p:nvSpPr>
        <p:spPr>
          <a:xfrm rot="5400000">
            <a:off x="238265" y="162517"/>
            <a:ext cx="36000" cy="888348"/>
          </a:xfrm>
          <a:custGeom>
            <a:avLst/>
            <a:gdLst>
              <a:gd name="connsiteX0" fmla="*/ 0 w 36000"/>
              <a:gd name="connsiteY0" fmla="*/ 888348 h 888348"/>
              <a:gd name="connsiteX1" fmla="*/ 0 w 36000"/>
              <a:gd name="connsiteY1" fmla="*/ 0 h 888348"/>
              <a:gd name="connsiteX2" fmla="*/ 18901 w 36000"/>
              <a:gd name="connsiteY2" fmla="*/ 7829 h 888348"/>
              <a:gd name="connsiteX3" fmla="*/ 31414 w 36000"/>
              <a:gd name="connsiteY3" fmla="*/ 26390 h 888348"/>
              <a:gd name="connsiteX4" fmla="*/ 36000 w 36000"/>
              <a:gd name="connsiteY4" fmla="*/ 49103 h 888348"/>
              <a:gd name="connsiteX5" fmla="*/ 36000 w 36000"/>
              <a:gd name="connsiteY5" fmla="*/ 888348 h 888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000" h="888348">
                <a:moveTo>
                  <a:pt x="0" y="888348"/>
                </a:moveTo>
                <a:lnTo>
                  <a:pt x="0" y="0"/>
                </a:lnTo>
                <a:lnTo>
                  <a:pt x="18901" y="7829"/>
                </a:lnTo>
                <a:cubicBezTo>
                  <a:pt x="24184" y="13113"/>
                  <a:pt x="28460" y="19404"/>
                  <a:pt x="31414" y="26390"/>
                </a:cubicBezTo>
                <a:lnTo>
                  <a:pt x="36000" y="49103"/>
                </a:lnTo>
                <a:lnTo>
                  <a:pt x="36000" y="888348"/>
                </a:lnTo>
                <a:close/>
              </a:path>
            </a:pathLst>
          </a:custGeom>
          <a:solidFill>
            <a:schemeClr val="tx2">
              <a:lumMod val="50000"/>
              <a:alpha val="5519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 defTabSz="457155"/>
            <a:endParaRPr lang="en-KR" kern="0" noProof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FF4A933-FE4E-10C0-1A56-8DB6665D3458}"/>
              </a:ext>
            </a:extLst>
          </p:cNvPr>
          <p:cNvSpPr/>
          <p:nvPr userDrawn="1"/>
        </p:nvSpPr>
        <p:spPr>
          <a:xfrm>
            <a:off x="0" y="6635413"/>
            <a:ext cx="12192000" cy="222587"/>
          </a:xfrm>
          <a:prstGeom prst="rect">
            <a:avLst/>
          </a:prstGeom>
          <a:solidFill>
            <a:schemeClr val="tx1">
              <a:lumMod val="10000"/>
              <a:lumOff val="9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D5E9E3-8815-B25B-782F-CF437DFB69C5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en-KR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34" name="Round Diagonal Corner Rectangle 33">
            <a:extLst>
              <a:ext uri="{FF2B5EF4-FFF2-40B4-BE49-F238E27FC236}">
                <a16:creationId xmlns:a16="http://schemas.microsoft.com/office/drawing/2014/main" id="{1546BE10-9EC5-7A70-9059-5FDBB17D1541}"/>
              </a:ext>
            </a:extLst>
          </p:cNvPr>
          <p:cNvSpPr/>
          <p:nvPr userDrawn="1"/>
        </p:nvSpPr>
        <p:spPr>
          <a:xfrm>
            <a:off x="11832000" y="6635413"/>
            <a:ext cx="360000" cy="222587"/>
          </a:xfrm>
          <a:prstGeom prst="round2DiagRect">
            <a:avLst>
              <a:gd name="adj1" fmla="val 32819"/>
              <a:gd name="adj2" fmla="val 0"/>
            </a:avLst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en-KR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A4F33486-4A06-6DB5-84CE-54833F86A165}"/>
              </a:ext>
            </a:extLst>
          </p:cNvPr>
          <p:cNvSpPr txBox="1">
            <a:spLocks/>
          </p:cNvSpPr>
          <p:nvPr userDrawn="1"/>
        </p:nvSpPr>
        <p:spPr>
          <a:xfrm>
            <a:off x="9448800" y="65641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DA906B-CB66-1048-98AE-AAE046A9E502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96175194-B9B3-FECC-547B-79C942CAA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713" y="127208"/>
            <a:ext cx="9188772" cy="465385"/>
          </a:xfrm>
        </p:spPr>
        <p:txBody>
          <a:bodyPr anchor="b">
            <a:normAutofit/>
          </a:bodyPr>
          <a:lstStyle>
            <a:lvl1pPr>
              <a:defRPr kumimoji="0" lang="en-KR" sz="1900" b="1" i="0" u="none" strike="noStrike" kern="1200" cap="none" spc="0" normalizeH="0" baseline="0" dirty="0">
                <a:ln>
                  <a:noFill/>
                </a:ln>
                <a:solidFill>
                  <a:srgbClr val="373D47"/>
                </a:solidFill>
                <a:effectLst/>
                <a:uLnTx/>
                <a:uFillTx/>
                <a:latin typeface="Paperlogy 7 Bold" pitchFamily="2" charset="-127"/>
                <a:ea typeface="Paperlogy 7 Bold" pitchFamily="2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페이지 타이틀</a:t>
            </a:r>
            <a:endParaRPr lang="en-KR" dirty="0"/>
          </a:p>
        </p:txBody>
      </p:sp>
      <p:sp>
        <p:nvSpPr>
          <p:cNvPr id="39" name="Round Diagonal Corner Rectangle 38">
            <a:extLst>
              <a:ext uri="{FF2B5EF4-FFF2-40B4-BE49-F238E27FC236}">
                <a16:creationId xmlns:a16="http://schemas.microsoft.com/office/drawing/2014/main" id="{0C16CA44-2417-8527-CD45-E3DEBB1290A2}"/>
              </a:ext>
            </a:extLst>
          </p:cNvPr>
          <p:cNvSpPr/>
          <p:nvPr userDrawn="1"/>
        </p:nvSpPr>
        <p:spPr>
          <a:xfrm flipH="1">
            <a:off x="-2" y="6635413"/>
            <a:ext cx="2743200" cy="222587"/>
          </a:xfrm>
          <a:prstGeom prst="round2DiagRect">
            <a:avLst>
              <a:gd name="adj1" fmla="val 32819"/>
              <a:gd name="adj2" fmla="val 0"/>
            </a:avLst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en-KR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0F641F-5269-9EB0-7EAB-3DEDB0FDD2B3}"/>
              </a:ext>
            </a:extLst>
          </p:cNvPr>
          <p:cNvSpPr txBox="1"/>
          <p:nvPr userDrawn="1"/>
        </p:nvSpPr>
        <p:spPr>
          <a:xfrm>
            <a:off x="-11998" y="6625586"/>
            <a:ext cx="2743200" cy="226591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인공지능 플러스 </a:t>
            </a: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K</a:t>
            </a:r>
            <a:r>
              <a:rPr kumimoji="1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건설인프라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 </a:t>
            </a:r>
            <a:r>
              <a:rPr kumimoji="1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레질리언스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 연구센터 </a:t>
            </a:r>
          </a:p>
        </p:txBody>
      </p:sp>
      <p:pic>
        <p:nvPicPr>
          <p:cNvPr id="5" name="그림 4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E6688C-5B2C-E1DE-498F-DD8F05D318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573" b="6791"/>
          <a:stretch>
            <a:fillRect/>
          </a:stretch>
        </p:blipFill>
        <p:spPr>
          <a:xfrm>
            <a:off x="11045634" y="0"/>
            <a:ext cx="1146366" cy="58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117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AF29C-DF81-4046-ACF8-D5C3F487D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F6AF9-4982-4C31-97AE-D209C6AEA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B8DF1-F1BB-42EA-BF89-835255F52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F0E3-C562-498F-826B-D316EB0C04C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5DADF-35E3-47B4-B06B-AC7A0B5DC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03F33-8C12-4C31-85E0-493C6B012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C6E0-099D-428C-8CCD-C52AB5491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533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365125"/>
            <a:ext cx="11591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7" y="1825625"/>
            <a:ext cx="11591925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EF8A8-4175-A74C-BC57-4E521DAE3076}" type="datetimeFigureOut">
              <a:rPr lang="en-KR" smtClean="0"/>
              <a:t>09/17/2026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465EA-CDEC-9F4B-A010-46B24FB0110C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44391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744" r:id="rId2"/>
    <p:sldLayoutId id="2147483704" r:id="rId3"/>
    <p:sldLayoutId id="2147483745" r:id="rId4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Paperlogy 5 Medium" pitchFamily="2" charset="-127"/>
          <a:ea typeface="Paperlogy 5 Medium" pitchFamily="2" charset="-127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 userDrawn="1">
          <p15:clr>
            <a:srgbClr val="F26B43"/>
          </p15:clr>
        </p15:guide>
        <p15:guide id="2" pos="7491" userDrawn="1">
          <p15:clr>
            <a:srgbClr val="F26B43"/>
          </p15:clr>
        </p15:guide>
        <p15:guide id="3" orient="horz" pos="527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1_Office Theme">
  <a:themeElements>
    <a:clrScheme name="3 color point GBP">
      <a:dk1>
        <a:srgbClr val="363D47"/>
      </a:dk1>
      <a:lt1>
        <a:srgbClr val="FFFFFF"/>
      </a:lt1>
      <a:dk2>
        <a:srgbClr val="074FA1"/>
      </a:dk2>
      <a:lt2>
        <a:srgbClr val="E8E8E8"/>
      </a:lt2>
      <a:accent1>
        <a:srgbClr val="409686"/>
      </a:accent1>
      <a:accent2>
        <a:srgbClr val="2580C3"/>
      </a:accent2>
      <a:accent3>
        <a:srgbClr val="8183DA"/>
      </a:accent3>
      <a:accent4>
        <a:srgbClr val="D2E3E5"/>
      </a:accent4>
      <a:accent5>
        <a:srgbClr val="CFDFEC"/>
      </a:accent5>
      <a:accent6>
        <a:srgbClr val="DAE0EE"/>
      </a:accent6>
      <a:hlink>
        <a:srgbClr val="0A4AB3"/>
      </a:hlink>
      <a:folHlink>
        <a:srgbClr val="0A49B1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d576d9-b13a-4fd5-898a-452976d6d77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C9F4596B6A7E14AB1056BCC9C9D7FA2" ma:contentTypeVersion="7" ma:contentTypeDescription="새 문서를 만듭니다." ma:contentTypeScope="" ma:versionID="9afac64a7aa97301af73c04370fca3c2">
  <xsd:schema xmlns:xsd="http://www.w3.org/2001/XMLSchema" xmlns:xs="http://www.w3.org/2001/XMLSchema" xmlns:p="http://schemas.microsoft.com/office/2006/metadata/properties" xmlns:ns3="b4d576d9-b13a-4fd5-898a-452976d6d774" targetNamespace="http://schemas.microsoft.com/office/2006/metadata/properties" ma:root="true" ma:fieldsID="958354a71270ddf5f774943f6454880a" ns3:_="">
    <xsd:import namespace="b4d576d9-b13a-4fd5-898a-452976d6d77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d576d9-b13a-4fd5-898a-452976d6d7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BillingMetadata" ma:index="1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6E5AF1-EC7D-47CB-81A3-A02A93109C96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b4d576d9-b13a-4fd5-898a-452976d6d774"/>
  </ds:schemaRefs>
</ds:datastoreItem>
</file>

<file path=customXml/itemProps2.xml><?xml version="1.0" encoding="utf-8"?>
<ds:datastoreItem xmlns:ds="http://schemas.openxmlformats.org/officeDocument/2006/customXml" ds:itemID="{98DDBED1-DE0A-4ADB-A993-1993EA5432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d576d9-b13a-4fd5-898a-452976d6d7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79AC4D7-9EE8-4DFA-B22C-A98EBA8A4D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72711</TotalTime>
  <Words>7002</Words>
  <Application>Microsoft Office PowerPoint</Application>
  <PresentationFormat>와이드스크린</PresentationFormat>
  <Paragraphs>1114</Paragraphs>
  <Slides>18</Slides>
  <Notes>15</Notes>
  <HiddenSlides>0</HiddenSlides>
  <MMClips>3</MMClips>
  <ScaleCrop>false</ScaleCrop>
  <HeadingPairs>
    <vt:vector size="6" baseType="variant">
      <vt:variant>
        <vt:lpstr>사용한 글꼴</vt:lpstr>
      </vt:variant>
      <vt:variant>
        <vt:i4>23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42" baseType="lpstr">
      <vt:lpstr>Pretendard SemiBold</vt:lpstr>
      <vt:lpstr>Freesentation 4 Regular</vt:lpstr>
      <vt:lpstr>MS Mincho</vt:lpstr>
      <vt:lpstr>Courier New</vt:lpstr>
      <vt:lpstr>Paperlogy 5 Medium</vt:lpstr>
      <vt:lpstr>Times New Roman</vt:lpstr>
      <vt:lpstr>Paperlogy 6 SemiBold</vt:lpstr>
      <vt:lpstr>페이퍼로지 5 Medium</vt:lpstr>
      <vt:lpstr>Cambria Math</vt:lpstr>
      <vt:lpstr>Pretendard Light</vt:lpstr>
      <vt:lpstr>Pretendard</vt:lpstr>
      <vt:lpstr>Noto Sans KR</vt:lpstr>
      <vt:lpstr>Arial</vt:lpstr>
      <vt:lpstr>Aptos</vt:lpstr>
      <vt:lpstr>Paperlogy 4 Regular</vt:lpstr>
      <vt:lpstr>Wingdings</vt:lpstr>
      <vt:lpstr>HancomEQN</vt:lpstr>
      <vt:lpstr>Pretendard Medium</vt:lpstr>
      <vt:lpstr>KoPubWorld돋움체 Bold</vt:lpstr>
      <vt:lpstr>Paperlogy 7 Bold</vt:lpstr>
      <vt:lpstr>12롯데마트드림Bold</vt:lpstr>
      <vt:lpstr>맑은 고딕</vt:lpstr>
      <vt:lpstr>페이퍼로지 7 Bold</vt:lpstr>
      <vt:lpstr>1_Office Theme</vt:lpstr>
      <vt:lpstr>PowerPoint 프레젠테이션</vt:lpstr>
      <vt:lpstr>PowerPoint 프레젠테이션</vt:lpstr>
      <vt:lpstr>연구개발과제의 필요성</vt:lpstr>
      <vt:lpstr>연구성과 목표</vt:lpstr>
      <vt:lpstr>연구수행 내용</vt:lpstr>
      <vt:lpstr>연구수행 내용</vt:lpstr>
      <vt:lpstr>연구수행 내용</vt:lpstr>
      <vt:lpstr>연구수행 내용</vt:lpstr>
      <vt:lpstr>향후 계획</vt:lpstr>
      <vt:lpstr>향후 계획</vt:lpstr>
      <vt:lpstr>향후 계획</vt:lpstr>
      <vt:lpstr>향후 계획</vt:lpstr>
      <vt:lpstr>향후 계획</vt:lpstr>
      <vt:lpstr>향후 계획</vt:lpstr>
      <vt:lpstr>향후 계획</vt:lpstr>
      <vt:lpstr>PowerPoint 프레젠테이션</vt:lpstr>
      <vt:lpstr>참고문헌</vt:lpstr>
      <vt:lpstr>부록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선우린</dc:creator>
  <cp:lastModifiedBy>A</cp:lastModifiedBy>
  <cp:revision>688</cp:revision>
  <cp:lastPrinted>2026-09-15T09:08:13Z</cp:lastPrinted>
  <dcterms:created xsi:type="dcterms:W3CDTF">2025-01-10T01:03:53Z</dcterms:created>
  <dcterms:modified xsi:type="dcterms:W3CDTF">2026-09-17T08:31:40Z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0x010100AC9F4596B6A7E14AB1056BCC9C9D7FA2</vt:lpwstr>
  </property>
</Properties>
</file>