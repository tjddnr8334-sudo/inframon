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협의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단계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영상 고르기부터 B-Maps 전달까지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넣는 것은 좌표뿐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위성이 다시 찍는 주기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다는 장비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