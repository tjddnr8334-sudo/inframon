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12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7104063" cy="10234613"/>
  <p:embeddedFontLst>
    <p:embeddedFont>
      <p:font typeface="12롯데마트드림Bold" panose="020B0600000101010101" charset="-127"/>
      <p:regular r:id="rId13"/>
    </p:embeddedFont>
    <p:embeddedFont>
      <p:font typeface="Paperlogy 4 Regular" pitchFamily="2" charset="-127"/>
      <p:regular r:id="rId14"/>
    </p:embeddedFont>
    <p:embeddedFont>
      <p:font typeface="Paperlogy 5 Medium" pitchFamily="2" charset="-127"/>
      <p:regular r:id="rId15"/>
    </p:embeddedFont>
    <p:embeddedFont>
      <p:font typeface="Paperlogy 7 Bold" pitchFamily="2" charset="-127"/>
      <p:bold r:id="rId16"/>
    </p:embeddedFont>
    <p:embeddedFont>
      <p:font typeface="Pretendard" panose="02000503000000020004" pitchFamily="2" charset="-127"/>
      <p:regular r:id="rId17"/>
      <p:bold r:id="rId1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서식" id="{DDF278CF-ADA6-4C98-B57F-8DA450EC3DB7}">
          <p14:sldIdLst/>
        </p14:section>
        <p14:section name="본문" id="{28065E0A-B8FD-4313-8E73-291547E2D5D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10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49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09/20/2026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09/20/2026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09/20/2026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협의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</a:t>
            </a:r>
            <a:r>
              <a:rPr lang="en-US" sz="1000" dirty="0" err="1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주기</a:t>
            </a: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-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</a:t>
            </a:r>
            <a:r>
              <a:rPr lang="en-US" sz="1000" dirty="0" err="1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장비</a:t>
            </a: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-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25209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</a:t>
                      </a:r>
                      <a:r>
                        <a:rPr lang="en-US" sz="1100" dirty="0" err="1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감시</a:t>
                      </a: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 -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CDABDA9-C861-4104-BB01-CD84194D50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2" t="3853" r="1" b="13302"/>
          <a:stretch/>
        </p:blipFill>
        <p:spPr>
          <a:xfrm>
            <a:off x="10400852" y="0"/>
            <a:ext cx="1750000" cy="373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 사이드카로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7794964"/>
              </p:ext>
            </p:extLst>
          </p:nvPr>
        </p:nvGraphicFramePr>
        <p:xfrm>
          <a:off x="411480" y="3822192"/>
          <a:ext cx="11365992" cy="2459735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4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5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 1개로 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5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실측 건강 교량으로 기준 재설정 → 잠정 해제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5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25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REST 사이드카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705E41E2-5E4B-426C-967B-5897F74487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2" t="3853" r="1" b="13302"/>
          <a:stretch/>
        </p:blipFill>
        <p:spPr>
          <a:xfrm>
            <a:off x="10400852" y="0"/>
            <a:ext cx="1750000" cy="373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64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3068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3072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76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080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시범 처리 교량</a:t>
            </a:r>
            <a:endParaRPr lang="en-US" sz="1000" dirty="0"/>
          </a:p>
        </p:txBody>
      </p:sp>
      <p:sp>
        <p:nvSpPr>
          <p:cNvPr id="308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88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092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트윈 시범</a:t>
            </a:r>
            <a:endParaRPr lang="en-US" sz="1000" dirty="0"/>
          </a:p>
        </p:txBody>
      </p:sp>
      <p:sp>
        <p:nvSpPr>
          <p:cNvPr id="3096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00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04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3108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2B6999DC-7220-4D10-BDFB-8DA3E184B3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2" t="3853" r="1" b="13302"/>
          <a:stretch/>
        </p:blipFill>
        <p:spPr>
          <a:xfrm>
            <a:off x="10400852" y="0"/>
            <a:ext cx="1750000" cy="373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사람 손 없이 같은 산출물과 IFC 트윈이 나온다 — 좌표 하나로 끝까지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(산출물 원본)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ABD0125F-1426-4D3A-A963-45AA0B95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72" t="3853" r="1" b="13302"/>
          <a:stretch/>
        </p:blipFill>
        <p:spPr>
          <a:xfrm>
            <a:off x="10400852" y="0"/>
            <a:ext cx="1750000" cy="373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읽기 전용 사이드카로 붙인다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사이드카 · 읽기 전용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읽기 전용 사이드카라 B-Maps 본체를 고치지 않는다.</a:t>
            </a:r>
            <a:endParaRPr lang="en-US" sz="850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7E3C7C3-53D7-4BDF-B499-B01B0F2F6F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72" t="3853" r="1" b="13302"/>
          <a:stretch/>
        </p:blipFill>
        <p:spPr>
          <a:xfrm>
            <a:off x="10400852" y="0"/>
            <a:ext cx="1750000" cy="373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사이드카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0487BAF8-EEB5-4487-A404-58108CE0B2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2" t="3853" r="1" b="13302"/>
          <a:stretch/>
        </p:blipFill>
        <p:spPr>
          <a:xfrm>
            <a:off x="10400852" y="0"/>
            <a:ext cx="1750000" cy="373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72713</TotalTime>
  <Words>1349</Words>
  <Application>Microsoft Office PowerPoint</Application>
  <PresentationFormat>와이드스크린</PresentationFormat>
  <Paragraphs>280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5" baseType="lpstr">
      <vt:lpstr>Paperlogy 7 Bold</vt:lpstr>
      <vt:lpstr>Paperlogy 4 Regular</vt:lpstr>
      <vt:lpstr>Arial</vt:lpstr>
      <vt:lpstr>Aptos</vt:lpstr>
      <vt:lpstr>12롯데마트드림Bold</vt:lpstr>
      <vt:lpstr>Paperlogy 5 Medium</vt:lpstr>
      <vt:lpstr>Pretendard</vt:lpstr>
      <vt:lpstr>1_Office Theme</vt:lpstr>
      <vt:lpstr>PowerPoint 프레젠테이션</vt:lpstr>
      <vt:lpstr>연구개발과제의 필요성</vt:lpstr>
      <vt:lpstr>연구성과 목표</vt:lpstr>
      <vt:lpstr>연구수행 내용 ① — Inframon 플랫폼 구성</vt:lpstr>
      <vt:lpstr>연구수행 내용 ② — 한강 교량 실증 · 디지털 트윈</vt:lpstr>
      <vt:lpstr>연구수행 내용 ③ — B-Maps 연동</vt:lpstr>
      <vt:lpstr>향후 계획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689</cp:revision>
  <cp:lastPrinted>2026-09-15T09:08:13Z</cp:lastPrinted>
  <dcterms:created xsi:type="dcterms:W3CDTF">2025-01-10T01:03:53Z</dcterms:created>
  <dcterms:modified xsi:type="dcterms:W3CDTF">2026-09-20T09:29:14Z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