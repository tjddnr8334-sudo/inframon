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협의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 사이드카로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REST 사이드카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64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3068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3072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76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80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시범 처리 교량</a:t>
            </a:r>
            <a:endParaRPr lang="en-US" sz="1000" dirty="0"/>
          </a:p>
        </p:txBody>
      </p:sp>
      <p:sp>
        <p:nvSpPr>
          <p:cNvPr id="308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88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92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트윈 시범</a:t>
            </a:r>
            <a:endParaRPr lang="en-US" sz="1000" dirty="0"/>
          </a:p>
        </p:txBody>
      </p:sp>
      <p:sp>
        <p:nvSpPr>
          <p:cNvPr id="3096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00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04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3108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읽기 전용 사이드카로 붙인다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사이드카 · 읽기 전용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읽기 전용 사이드카라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사이드카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