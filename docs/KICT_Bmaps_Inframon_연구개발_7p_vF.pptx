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협의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 사이드카로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REST 사이드카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64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3068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3072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76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80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308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88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92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3096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00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04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3108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읽기 전용 사이드카로 붙인다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사이드카 · 읽기 전용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읽기 전용 사이드카라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사이드카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협의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교량 선정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자료가 있는 곳부터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화면 필드 매핑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· B-Maps 표시 항목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규칙 합의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갱신 주기 · 경보 임계 · 인증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검증 자료 공유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· 실 제원 · 점검 이력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