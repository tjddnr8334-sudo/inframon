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왜 결합해야 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B-Maps 는 '무엇이 어디에 있는가'를 덮고, Inframon 은 '그것이 그동안 어떻게 움직였는가'를 채운다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389888"/>
            <a:ext cx="554720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51762" y="1248156"/>
            <a:ext cx="2866644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51762" y="1248156"/>
            <a:ext cx="2866644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B-Maps 가 이미 가진 것 — 공간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700784"/>
            <a:ext cx="50534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전국 교량 대장·도면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어디에 무엇이 있는지</a:t>
            </a:r>
          </a:p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IFC 기반 자산 모델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부재 단위로 식별되는 구조</a:t>
            </a:r>
          </a:p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좌표계·플랫폼·사용자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결과를 받아 쓸 자리가 이미 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8" y="1389888"/>
            <a:ext cx="554720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43621" y="1248156"/>
            <a:ext cx="2125980" cy="283464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3621" y="1248156"/>
            <a:ext cx="212598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지금 비어 있는 칸 — 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9896" y="1700784"/>
            <a:ext cx="50534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지어진 뒤 무슨 일이 있었나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준공 도면은 그날의 기록이다</a:t>
            </a:r>
          </a:p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점검과 점검 사이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사람이 간 날만 관측이 있다</a:t>
            </a:r>
          </a:p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계측기가 없는 교량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전국 교량 대부분이 여기 해당한다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73552"/>
            <a:ext cx="2773604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273552"/>
            <a:ext cx="2773604" cy="457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438144"/>
            <a:ext cx="24535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2018</a:t>
            </a: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  년 6월~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877056"/>
            <a:ext cx="24535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위성 관측이 이미 쌓여 있다
소급해서 과거를 볼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6524" y="3273552"/>
            <a:ext cx="2773604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76524" y="3273552"/>
            <a:ext cx="2773604" cy="45720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59404" y="3438144"/>
            <a:ext cx="24535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12</a:t>
            </a: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  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404" y="3877056"/>
            <a:ext cx="24535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재방문 주기
사람이 가지 않아도 갱신된다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1568" y="3273552"/>
            <a:ext cx="2773604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1568" y="3273552"/>
            <a:ext cx="2773604" cy="457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4448" y="3438144"/>
            <a:ext cx="24535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0</a:t>
            </a: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  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448" y="3877056"/>
            <a:ext cx="24535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현장 설치 장비
교량에 손대지 않는다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6611" y="3273552"/>
            <a:ext cx="2773604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06611" y="3273552"/>
            <a:ext cx="2773604" cy="45720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9491" y="3438144"/>
            <a:ext cx="24535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전량</a:t>
            </a: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  무상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491" y="3877056"/>
            <a:ext cx="24535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Sentinel-1 공개 자료
관측 비용이 교량 수에 비례하지 않는다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535424"/>
            <a:ext cx="11368735" cy="301752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4535424"/>
            <a:ext cx="249995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8323" y="4535424"/>
            <a:ext cx="3388138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지금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11053" y="4535424"/>
            <a:ext cx="4986866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결합하면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" y="4837176"/>
            <a:ext cx="2499955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계측기가 달린 교량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8323" y="4837176"/>
            <a:ext cx="3388138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상시 감시 — 붙인 지점만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11053" y="4837176"/>
            <a:ext cx="4986866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위성으로 교차검증 · 나머지 구간까지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134356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5134356"/>
            <a:ext cx="11368735" cy="2971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" y="5134356"/>
            <a:ext cx="2499955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계측기가 없는 교량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58323" y="5134356"/>
            <a:ext cx="3388138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점검 간 것으로 판단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11053" y="5134356"/>
            <a:ext cx="4986866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12일마다 전 구간 변위가 갱신된다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431536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5431536"/>
            <a:ext cx="2499955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과거 이력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8323" y="5431536"/>
            <a:ext cx="3388138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점검 기록이 전부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053" y="5431536"/>
            <a:ext cx="4986866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2018년 6월까지 소급해 다시 본다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5728716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11480" y="5788152"/>
            <a:ext cx="11368735" cy="475488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5788152"/>
            <a:ext cx="50292" cy="47548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5788152"/>
            <a:ext cx="1087495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둘은 겹치지 않는다 — 서로가 없으면 반쪽이다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관측 기간·주기는 실제 처리한 스택에서 옮겼다(2018-06-19 ~ 2025-12-27). 현장 설치 0 은 InSAR 가 기존 산란체를 쓰기 때문이며, 그래서 산란체가 없는 교량은 점이 적다 — 장점과 한계가 같은 뿌리다.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붙일 자리는 이미 맞춰져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새로 만들 것이 아니라 잇는 것 — IFC · 3D Tiles · REST 로 이미 내보내고 있다</a:t>
            </a:r>
          </a:p>
        </p:txBody>
      </p:sp>
      <p:sp>
        <p:nvSpPr>
          <p:cNvPr id="11" name="Pentagon 10"/>
          <p:cNvSpPr/>
          <p:nvPr/>
        </p:nvSpPr>
        <p:spPr>
          <a:xfrm>
            <a:off x="411480" y="1207008"/>
            <a:ext cx="1841449" cy="786384"/>
          </a:xfrm>
          <a:prstGeom prst="homePlate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52728"/>
            <a:ext cx="1408938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좌표 1개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위경도만 입력</a:t>
            </a:r>
          </a:p>
        </p:txBody>
      </p:sp>
      <p:sp>
        <p:nvSpPr>
          <p:cNvPr id="13" name="Chevron 12"/>
          <p:cNvSpPr/>
          <p:nvPr/>
        </p:nvSpPr>
        <p:spPr>
          <a:xfrm>
            <a:off x="2316937" y="1207008"/>
            <a:ext cx="1841449" cy="786384"/>
          </a:xfrm>
          <a:prstGeom prst="chevron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0129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Sentinel-1 SLC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내려받기·정합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자동</a:t>
            </a:r>
          </a:p>
        </p:txBody>
      </p:sp>
      <p:sp>
        <p:nvSpPr>
          <p:cNvPr id="15" name="Chevron 14"/>
          <p:cNvSpPr/>
          <p:nvPr/>
        </p:nvSpPr>
        <p:spPr>
          <a:xfrm>
            <a:off x="4222394" y="1207008"/>
            <a:ext cx="1841449" cy="786384"/>
          </a:xfrm>
          <a:prstGeom prst="chevron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5586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PS/DS 시계열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점별 변위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mm 단위</a:t>
            </a:r>
          </a:p>
        </p:txBody>
      </p:sp>
      <p:sp>
        <p:nvSpPr>
          <p:cNvPr id="17" name="Chevron 16"/>
          <p:cNvSpPr/>
          <p:nvPr/>
        </p:nvSpPr>
        <p:spPr>
          <a:xfrm>
            <a:off x="6127852" y="1207008"/>
            <a:ext cx="1841449" cy="786384"/>
          </a:xfrm>
          <a:prstGeom prst="chevron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1044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PINN 역산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강성·처짐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물리식 구속</a:t>
            </a:r>
          </a:p>
        </p:txBody>
      </p:sp>
      <p:sp>
        <p:nvSpPr>
          <p:cNvPr id="19" name="Chevron 18"/>
          <p:cNvSpPr/>
          <p:nvPr/>
        </p:nvSpPr>
        <p:spPr>
          <a:xfrm>
            <a:off x="8033309" y="1207008"/>
            <a:ext cx="1841449" cy="786384"/>
          </a:xfrm>
          <a:prstGeom prst="chevron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6501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IFC · CRI 트윈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부재에 값이 붙는다</a:t>
            </a:r>
          </a:p>
        </p:txBody>
      </p:sp>
      <p:sp>
        <p:nvSpPr>
          <p:cNvPr id="21" name="Chevron 20"/>
          <p:cNvSpPr/>
          <p:nvPr/>
        </p:nvSpPr>
        <p:spPr>
          <a:xfrm>
            <a:off x="9938766" y="1207008"/>
            <a:ext cx="1841449" cy="786384"/>
          </a:xfrm>
          <a:prstGeom prst="chevron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1958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B-Maps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REST 로 그대로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359152"/>
            <a:ext cx="6903720" cy="310896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359152"/>
            <a:ext cx="115339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접점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11759" y="2359152"/>
            <a:ext cx="26596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 이 내는 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2359152"/>
            <a:ext cx="2596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B-Maps 가 받는 방식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267004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자산 모델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1759" y="267004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IfcBridge proxy (.ifc) · 부재 GUID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6008" y="267004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기존 IFC 파이프라인 그대로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99008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2990088"/>
            <a:ext cx="6903720" cy="3200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299008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3D 타일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11759" y="299008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tileset.json · glTF(twin.glb)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299008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지도 위 3D 레이어로 적재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31012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331012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11759" y="331012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CRI 전역 좌표 · 교축 측점(m)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6008" y="331012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대장 좌표와 직접 대응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63016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3630168"/>
            <a:ext cx="6903720" cy="3200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363016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도로망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11759" y="363016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OSM 500 m 반경 도로 링크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6008" y="363016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교통·우회 분석에 연결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95020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3776" y="395020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시계열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1759" y="395020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REST /api/v1 · 점·부재 단위 변위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36008" y="395020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대시보드·경보 규칙에 투입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27024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635240" y="2359152"/>
            <a:ext cx="4144975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91626" y="2217420"/>
            <a:ext cx="1632204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91626" y="2217420"/>
            <a:ext cx="1632204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역할이 겹치지 않는다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670048"/>
            <a:ext cx="3749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KICT B-Maps </a:t>
            </a:r>
            <a:r>
              <a:rPr sz="10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자산·도면·플랫폼·사용자</a:t>
            </a: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Inframon </a:t>
            </a:r>
            <a:r>
              <a:rPr sz="10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시계열 변위·물성 역산·위험 지수</a:t>
            </a: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공통 </a:t>
            </a:r>
            <a:r>
              <a:rPr sz="10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IFC 부재 GUID 하나로 묶인다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617720"/>
            <a:ext cx="11368735" cy="932688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11480" y="4617720"/>
            <a:ext cx="50292" cy="932688"/>
          </a:xfrm>
          <a:prstGeom prst="rect">
            <a:avLst/>
          </a:prstGeom>
          <a:solidFill>
            <a:srgbClr val="ED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4681728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ED6C00"/>
                </a:solidFill>
                <a:latin typeface="Paperlogy 7 Bold"/>
                <a:ea typeface="Paperlogy 7 Bold"/>
                <a:cs typeface="Paperlogy 7 Bold"/>
              </a:rPr>
              <a:t>왜 지금인가</a:t>
            </a:r>
          </a:p>
          <a:p>
            <a:pPr algn="l">
              <a:lnSpc>
                <a:spcPct val="13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Sentinel-1 아카이브는 이미 2018년부터 쌓여 있다. 지금 붙이면 '앞으로 쌓을 자료'가 아니라 '이미 쌓인 7년치'를 B-Maps 가 바로 갖게 된다. 계측기를 새로 달아 7년을 기다리는 길과, 있는 자료를 읽는 길의 차이다.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5687568"/>
            <a:ext cx="11368735" cy="566928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" y="5687568"/>
            <a:ext cx="50292" cy="56692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5687568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남은 것은 어느 필드를 어느 화면에 붙일지 정하는 일이다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엔드포인트·산출 파일명은 코드와 실제 교량 폴더에서 확인한 것이다. 합의가 필요한 항목(갱신 주기·경보 임계·권한)은 별도 협의 안건으로 둔다.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성능 산출물 ① — GNSS 기반 InSAR 변위 정확도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교면 점만 남기고 지반 성분까지 뺐다 — 그래도 계절이 어긋난다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170432"/>
            <a:ext cx="676656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교면전용_GNSS대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4083"/>
            <a:ext cx="6675120" cy="208220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360920" y="1170432"/>
            <a:ext cx="4419295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TInSAR_요약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404" y="1216152"/>
            <a:ext cx="4036327" cy="279806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11480" y="4224528"/>
            <a:ext cx="113687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56302" y="4082796"/>
            <a:ext cx="1879092" cy="2834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6302" y="4082796"/>
            <a:ext cx="1879092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지금 수준을 있는 그대로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517136"/>
            <a:ext cx="520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한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① 코히런스로 지오로케이션 밀림 되돌리기 ② 회랑을 ±30 m 에서 ±폭/2 로 ③ 100~400 m 밖 지반 공통성분 빼기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연주기 위상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1.3 ~ 5.8개월 어긋남 · 같은 계절 거동 1/5개소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8" y="4517136"/>
            <a:ext cx="520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근본 원인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한강 15개소 중 11개소에서 교량 위 점의 계절 위상이 100~200 m 떨어진 맨땅과 1.5개월 안으로 같다 — 지반을 봤다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그래서 MT-InSAR 를 넣었다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ADI·기선망·점별 DEM 오차·APS. 잔차가 전 교량에서 줄고(행주 29→18 mm), σ_Δh 가 26 → 8~13 m, 3개소에서 교면 열팽창이 지반과 갈라진다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504688"/>
            <a:ext cx="11368735" cy="566928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5504688"/>
            <a:ext cx="50292" cy="56692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504688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처리를 고치니 교면이 갈라지기 시작했다 — 남은 벽은 분해능이다(Sentinel-1 5×20 m · 데크 폭 1~2 화소)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오프셋은 평균 코히런스가 가장 높은 자리로 정했다 — GNSS 를 보지 않고 정하는 기준이라 '맞도록 고른' 값이 아니다. 판정 근거: scripts/make_deck_vs_ground.py · make_deck_fix.py · 교량별 교면전용.json. 원자료: 24년 한강온라인 최종보고(서울시·㈜유신·㈜일신이앤씨).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성능 산출물 ② — 한강 교량 7개소 적용 현황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보고서에 GNSS 현장 계측이 실린 교량만 골랐다 — 답을 맞춰 볼 수 있는 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43584"/>
            <a:ext cx="7040880" cy="310896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1243584"/>
            <a:ext cx="104103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9406" y="1243584"/>
            <a:ext cx="60701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연장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1009" y="1243584"/>
            <a:ext cx="60701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형식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2613" y="1243584"/>
            <a:ext cx="5587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교면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5991" y="1243584"/>
            <a:ext cx="12339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속도(지반보정)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4522" y="1243584"/>
            <a:ext cx="104103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연주기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0152" y="1243584"/>
            <a:ext cx="7999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GNSS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1554480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가양대교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9406" y="1554480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1,700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71009" y="1554480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2613" y="1554480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5991" y="1554480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+0.03 ± 0.90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4522" y="1554480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2.3 mm · 9.8월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0152" y="1554480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C0392B"/>
                </a:solidFill>
                <a:latin typeface="Paperlogy 5 Medium"/>
                <a:ea typeface="Paperlogy 5 Medium"/>
                <a:cs typeface="Paperlogy 5 Medium"/>
              </a:rPr>
              <a:t>-3.1개월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1860804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1860804"/>
            <a:ext cx="7040880" cy="30632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" y="1860804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원효대교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9406" y="1860804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2,171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71009" y="1860804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2613" y="1860804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5991" y="1860804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-1.32 ± 1.35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4522" y="1860804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4.1 mm · 12.1월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152" y="1860804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+1.3개월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2167128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2167128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올림픽대교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99406" y="2167128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1,470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71009" y="2167128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사장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2613" y="2167128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65991" y="2167128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-0.48 ± 1.42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4522" y="2167128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2.4 mm · 7.8월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0152" y="2167128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C0392B"/>
                </a:solidFill>
                <a:latin typeface="Paperlogy 5 Medium"/>
                <a:ea typeface="Paperlogy 5 Medium"/>
                <a:cs typeface="Paperlogy 5 Medium"/>
              </a:rPr>
              <a:t>-5.6개월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2473452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1480" y="2473452"/>
            <a:ext cx="7040880" cy="30632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3776" y="2473452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청담대교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99406" y="2473452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982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71009" y="2473452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거더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42613" y="2473452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65991" y="2473452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64522" y="2473452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70152" y="2473452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계측 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2779776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" y="2779776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천호대교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9406" y="2779776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1,149 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71009" y="2779776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42613" y="2779776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65991" y="2779776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-0.13 ± 0.97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64522" y="2779776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1.8 mm · 1.7월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0152" y="2779776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계측 없음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3086100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1480" y="3086100"/>
            <a:ext cx="7040880" cy="30632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3776" y="3086100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암사대교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99406" y="3086100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1,136 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71009" y="3086100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아치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42613" y="3086100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65991" y="3086100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+0.30 ± 0.90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64522" y="3086100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3.4 mm · 8.7월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70152" y="3086100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계측 없음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3392424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3776" y="3392424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월드컵대교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99406" y="3392424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1,492 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471009" y="3392424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사장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42613" y="3392424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65991" y="3392424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-4.41 ± 4.56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64522" y="3392424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9.7 mm · 1.8월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70152" y="3392424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C0392B"/>
                </a:solidFill>
                <a:latin typeface="Paperlogy 5 Medium"/>
                <a:ea typeface="Paperlogy 5 Medium"/>
                <a:cs typeface="Paperlogy 5 Medium"/>
              </a:rPr>
              <a:t>+5.8개월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3698748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635240" y="1243584"/>
            <a:ext cx="4144975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hangang_지도_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1494081"/>
            <a:ext cx="4016959" cy="2114189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411480" y="3867912"/>
            <a:ext cx="704088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34490" y="3726180"/>
            <a:ext cx="459486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34490" y="3726180"/>
            <a:ext cx="45948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교량 1개소당 자동으로 나오는 것 — 사람이 손대는 단계가 없다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8368" y="417880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project.h5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점별 변위 시계열 · 속도 · CRI · PINN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&lt;교량&gt;_proxy.ifc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부재 GUID 가 붙은 IFC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twin.glb · tileset.json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3D 타일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24528" y="417880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교면전용.json · png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재선별 결과와 GNSS 대조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osm_roads_500m.json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반경 도로망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결과.md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출처·적용값·감사 판정을 문장으로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35240" y="4160520"/>
            <a:ext cx="4144975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953348" y="4018788"/>
            <a:ext cx="1508760" cy="283464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53348" y="4018788"/>
            <a:ext cx="15087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7개소를 고른 기준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63840" y="4453128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보고서에 GNSS 현장 계측이 실린 교량</a:t>
            </a:r>
          </a:p>
          <a:p>
            <a:pPr algn="l">
              <a:lnSpc>
                <a:spcPct val="132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즉, 답을 맞춰 볼 수 있는 곳만 골랐다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5669280"/>
            <a:ext cx="11368735" cy="566928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11480" y="5669280"/>
            <a:ext cx="50292" cy="56692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8368" y="5669280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교면만 남기면 7개소 중 6개소의 속도 95% 구간이 0 을 품는다 — 유의한 추세가 없다. 숨기지 않고 그대로 싣는다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표의 값은 '교면 전용 재선별'(회랑 ±폭/2 · 코히런스로 밀림 되돌림 · 지반 공통성분 제거) 결과다 — 교량별 교면전용.json 에서 직접 읽었다. 예전 ±30 m 선별 값은 강변 지반이 섞여 있어 쓰지 않는다. 속도는 초록이 '0 을 품음', GNSS 대조는 |1.5개월| 안이면 같은 계절 거동.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성능 산출물 ③ — 교량별 IFC 모델과 평면·입면 산출물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도면이 없어도 모델이 선다 — 위경도 1개에서 부재까지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43584"/>
            <a:ext cx="74066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FC_평면입면_올림픽대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6058"/>
            <a:ext cx="7315200" cy="261257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001000" y="1243584"/>
            <a:ext cx="3779215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12784" y="1101852"/>
            <a:ext cx="1755648" cy="283464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12784" y="1101852"/>
            <a:ext cx="1755648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무엇이 자동으로 서는가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1554480"/>
            <a:ext cx="3291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입력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위경도 1개 — 제원은 공공데이터·OSM 에서 자동 수집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출력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IfcBridge proxy · glTF · 3D Tiles · 평면/종단 도면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결합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PS 점을 부재 GlobalId 에 묶는다 — 좌표가 아니라 부재로 말한다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검증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실측 CSV·표준데이터와 대조해 차이를 결과.md 에 남긴다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한계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준공도면 대체가 아니다 — 실제 IFC 가 있으면 그것을 쓴다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쓸모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도면이 없는 교량의 빈칸을 메운다 — 전국 단위에서 이 차이가 크다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52544"/>
            <a:ext cx="11368735" cy="274320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4352544"/>
            <a:ext cx="320392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2290" y="4352544"/>
            <a:ext cx="173019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IFC 부재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7079" y="4352544"/>
            <a:ext cx="194072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형식(PDE)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2401" y="4352544"/>
            <a:ext cx="130913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재질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126" y="4352544"/>
            <a:ext cx="109860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경간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9318" y="4352544"/>
            <a:ext cx="109860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4626864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가양대교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2290" y="4626864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57079" y="4626864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2401" y="4626864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6126" y="4626864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9318" y="4626864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34 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57293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4857293"/>
            <a:ext cx="11368735" cy="230429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4857293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원효대교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2290" y="4857293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57079" y="4857293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2401" y="4857293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PSC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6126" y="4857293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9318" y="4857293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20 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087722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" y="5087722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올림픽대교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2290" y="5087722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637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57079" y="5087722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사장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2401" y="5087722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36126" y="5087722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99318" y="5087722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30 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318150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318150"/>
            <a:ext cx="11368735" cy="230429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" y="5318150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청담대교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62290" y="5318150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57079" y="5318150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거더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2401" y="5318150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36126" y="5318150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99318" y="5318150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14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548579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3776" y="5548579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천호대교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62290" y="5548579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57079" y="5548579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2401" y="5548579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36126" y="5548579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99318" y="5548579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35 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5779008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1480" y="5779008"/>
            <a:ext cx="11368735" cy="230429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3776" y="5779008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암사대교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62290" y="5779008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57079" y="5779008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아치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2401" y="5779008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36126" y="5779008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99318" y="5779008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28 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6009437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" y="6009437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월드컵대교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62290" y="6009437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57079" y="6009437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사장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2401" y="6009437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36126" y="6009437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99318" y="6009437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31 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6239866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proxy 는 준공도면 대체물이 아니라 '위성 점을 부재에 붙이기 위한 기하'다. 실제 IFC 가 B-Maps 에 있으면 그것을 쓰는 편이 낫고, 없을 때 빈칸을 메우는 용도다 — 전국 단위로 갈 때 이 차이가 크다.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성능 산출물 ④ — 변위 속도 · FRAM 공명 위험 지수 3D 시각화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같은 기하 위에 색만 바꿔 얹는다 — B-Maps 지도에 레이어 하나 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25296"/>
            <a:ext cx="5547208" cy="292608"/>
          </a:xfrm>
          <a:prstGeom prst="rect">
            <a:avLst/>
          </a:prstGeom>
          <a:solidFill>
            <a:srgbClr val="DA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" y="1225296"/>
            <a:ext cx="525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교량 변위 속도 — 색은 LOS 속도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517904"/>
            <a:ext cx="5547208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3D_변위속도_올림픽대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20" y="1563624"/>
            <a:ext cx="5411527" cy="239572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33008" y="1225296"/>
            <a:ext cx="5547208" cy="292608"/>
          </a:xfrm>
          <a:prstGeom prst="rect">
            <a:avLst/>
          </a:prstGeom>
          <a:solidFill>
            <a:srgbClr val="DA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9312" y="1225296"/>
            <a:ext cx="525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FRAM 공명 위험 지수 — 색은 CRI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8" y="1517904"/>
            <a:ext cx="5547208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3D_FRAM_CRI_올림픽대교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848" y="1563624"/>
            <a:ext cx="5411527" cy="23957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11480" y="4315968"/>
            <a:ext cx="1136873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1468" y="4174236"/>
            <a:ext cx="150876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1468" y="4174236"/>
            <a:ext cx="15087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왜 3D 여야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626864"/>
            <a:ext cx="520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부재에 붙는다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점이 어느 경간·어느 주탑인지 좌표가 아니라 부재 이름으로 말할 수 있다</a:t>
            </a:r>
          </a:p>
          <a:p>
            <a:pPr algn="l">
              <a:lnSpc>
                <a:spcPct val="136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두 장이 같은 기하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속도는 잠잠한데 공명 지수만 높은 구간이 눈으로 잡힌다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8" y="4626864"/>
            <a:ext cx="520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B-Maps 화면 그대로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glTF·3D Tiles 로 내보내므로 지도 위에 레이어 하나 더 얹는 일이다</a:t>
            </a:r>
          </a:p>
          <a:p>
            <a:pPr algn="l">
              <a:lnSpc>
                <a:spcPct val="136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CRI 는 등급이 아니다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'같이 움직이는 구간'을 짚어 주는 지표이며, 관측 조건이 다르면 잠정으로 표시된다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올림픽대교 예시 — 보여 주는 것은 '값을 부재에 얹는 방식' 이다. 이 두 그림의 점은 ③④장과 달리 **예전 ±30 m 선별**이라 교면 전용이 아니다(교면만 남기면 점이 10~122개로 줄어 3D 로는 성기다). 두 그림 모두 project.h5 의 insar/velocity_mm_yr · fram/CRI 를 그대로 읽었고, 회색 윤곽은 같은 좌표계의 IFC 부재다.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결론 — B-Maps 제공 서비스에 Inframon 이 더하는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성능 지표보다 먼저 합의할 값: 계측기 없는 교량까지 같은 잣대로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417320"/>
            <a:ext cx="363717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3967" y="1275588"/>
            <a:ext cx="1632204" cy="283464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3967" y="1275588"/>
            <a:ext cx="1632204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노후도 평가 및 예측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1728216"/>
            <a:ext cx="323484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지금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준공연도·점검 이력·재질로 추정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더해지는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7년치 실제 변위 속도와 그 신뢰구간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달라지는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'몇 년 됐으니 노후'가 아니라 '실제로 얼마나 움직였는가'로 바뀐다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근거 파일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project.h5 · insar/velocity_mm_yr + 95% CI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7258" y="1417320"/>
            <a:ext cx="363717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3190" y="1275588"/>
            <a:ext cx="1385316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3190" y="1275588"/>
            <a:ext cx="1385316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교량 안정성 추정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8426" y="1728216"/>
            <a:ext cx="323484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지금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설계 제원과 점검 등급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더해지는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PINN 역산 강성·처짐 · FRAM 공명 지수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달라지는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전 구간을 같은 잣대로 훑고, 이상 구간만 사람이 확인하러 간다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근거 파일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project.h5 · pinn/EI · fram/CRI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3037" y="1417320"/>
            <a:ext cx="363717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68968" y="1275588"/>
            <a:ext cx="1385316" cy="283464"/>
          </a:xfrm>
          <a:prstGeom prst="rect">
            <a:avLst/>
          </a:prstGeom>
          <a:solidFill>
            <a:srgbClr val="ED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8968" y="1275588"/>
            <a:ext cx="1385316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유지관리 시나리오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4205" y="1728216"/>
            <a:ext cx="323484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지금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주기·예산 기준의 계획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더해지는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교량 간 비교 가능한 변위 순위와 추세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달라지는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어디를 먼저 볼지 근거로 정한다 — 순서가 바뀌면 같은 예산으로 더 막는다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근거 파일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결과.md 의 감사 판정 · 16개소 전수 대조표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767328"/>
            <a:ext cx="11368735" cy="1188720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767328"/>
            <a:ext cx="50292" cy="11887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840480"/>
            <a:ext cx="10874959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결합 시너지 — 한 문장으로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B-Maps 는 전국 교량을 '어디에 무엇이 있는가'로 이미 덮고 있고, Inframon 은 그 위에 '그동안 어떻게 움직였는가'를 계측기 없이 얹는다. 둘이 붙으면 계측기가 달린 소수의 교량만 감시하던 체계가, 계측기가 없는 대다수 교량까지 같은 잣대로 들여다보는 체계로 바뀐다.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230368"/>
            <a:ext cx="11368735" cy="56692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5230368"/>
            <a:ext cx="50292" cy="56692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30368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지금 성능 지표는 낮다 — 완성 전이니 당연하다. 그러나 목적과 붙일 자리는 이미 분명하다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협의 제안: ① 시범 대상 교량 선정 ② B-Maps 화면에 붙일 필드 확정 ③ 갱신 주기·경보 임계 합의 ④ 검증용 계측 위치·부호 규약 공유. ④ 가 되면 정확도 검증이 지금보다 크게 올라간다.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