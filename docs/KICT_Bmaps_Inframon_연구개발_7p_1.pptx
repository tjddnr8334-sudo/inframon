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39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서비스 제공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자료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  <p:sp>
        <p:nvSpPr>
          <p:cNvPr id="81" name="Rectangle 80"/>
          <p:cNvSpPr/>
          <p:nvPr/>
        </p:nvSpPr>
        <p:spPr>
          <a:xfrm>
            <a:off x="7589520" y="3977640"/>
            <a:ext cx="4233672" cy="2057400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원리상 못 하는 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54112" y="445312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00416" y="439826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교면 측점 밀도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00416" y="461772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위성 화소가 지상 5×20 m 다. 데크 폭은 1~2 화소라 프로그램으로 늘릴 수 없다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54112" y="500176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900416" y="494690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절대 강성(EI)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00416" y="516636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상대 변위만 보므로 관측으로 낼 수 없다 — 설계 제원으로 계산한 값이다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54112" y="555040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00416" y="549554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연직 변위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00416" y="571500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한 궤도로는 위성 시선 방향만 나온다. 두 궤도를 합쳐야 위아래가 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40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1986</Words>
  <Application>Microsoft Office PowerPoint</Application>
  <PresentationFormat>와이드스크린</PresentationFormat>
  <Paragraphs>349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Paperlogy 5 Medium</vt:lpstr>
      <vt:lpstr>Paperlogy 7 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A</cp:lastModifiedBy>
  <cp:revision>1</cp:revision>
  <dcterms:created xsi:type="dcterms:W3CDTF">2026-09-16T13:35:07Z</dcterms:created>
  <dcterms:modified xsi:type="dcterms:W3CDTF">2026-09-17T00:45:45Z</dcterms:modified>
</cp:coreProperties>
</file>