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6395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Inframon 을 연구개발과제 구성에 맞춰 네 부분으로 말씀드리겠습니다. 왜 필요한지, 무엇을 목표로 하는지, 지금까지 무엇을 했는지, 앞으로 KICT 와 어떻게 진행할지입니다. Inframon 은 좌표 하나만 넣으면 위성 자료에서 교량 변위를 뽑고, AI 로 해석하고, 디지털 트윈과 B-Maps 까지 자동으로 잇는 플랫폼입니다.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필요성입니다. 지금 교량 상태 판단은 센서를 붙인 교량과 정기 점검에 의존합니다. 센서가 없는 교량, 점검과 점검 사이는 비어 있고, 성수대교·한강대교조차 처짐 센서는 설치되어 있지 않습니다. 위성 InSAR 는 2018년부터 쌓인 공개 자료로 과거까지 보고, 교량에 아무것도 달지 않으며, 교량 수가 늘어도 비용이 비례해 늘지 않습니다. 그리고 이 결과가 쓰이려면 이미 전국 교량 자산을 가진 B-Maps 에 붙어야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 목표입니다. 최종 목표는 계측기가 없는 교량까지 위성 변위로 상태를 파악하는 유지관리 체계를 만들고, 이를 B-Maps 에 연계하는 것입니다. 세부 목표는 네 가지로, 위성 변위 자동 산출, 물리 기반 AI 해석, 교량 디지털 트윈, B-Maps 연계 서비스입니다. 아래 표는 지표별로 지금 어디까지 왔는지와 다음 목표를 함께 보여 드립니다. 인터페이스와 트윈은 이미 구현되었고, 남은 핵심은 현장 계측과의 정밀 검증과 운영 탑재입니다.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Inframon 이 무엇인지 설명드리겠습니다. 여섯 단계로 되어 있습니다. 교량과 위성영상을 고르고, InSAR 로 간섭 처리를 해 측점을 뽑고, 그 측점을 교면 위에 정확히 앉힙니다. 그다음 PINN 이라는 물리식을 함께 푸는 신경망으로 온도, 하중, 침하 성분을 나누고, 공명 위험 지수와 경보를 만듭니다. 마지막으로 IFC 트윈과 B-Maps 용 데이터로 내보냅니다. 이 전 과정이 명령 한 줄, 또는 대시보드 버튼 하나로 돌아가고, 교량을 바꿔도 코드를 고칠 필요가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실증 결과입니다. 한강 교량 16개소를 같은 코드로 전부 처리했고, 모든 교량에서 IFC 트윈이 나왔습니다. 왼쪽 표는 그중 현장 GNSS 계측이 있어 답을 맞춰 볼 수 있는 7개소입니다. 품질 판정은 자동으로 붙어서, 관측 조건이 기준에 못 미치면 B-Maps 로 보내지 않고 보류합니다. 오른쪽 그림은 16개소 트윈에 위성 측점을 얹은 산출물 원본이고, 측점의 94%가 IFC 부재에 묶였습니다.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B-Maps 연동과 검증입니다. 왼쪽은 실제 동작하는 탭 화면으로, 측점을 누르면 변위 시계열이 뜹니다. B-Maps 본체는 건드리지 않고, 사이드카 서버가 결과 파일을 읽어 JSON 으로 내줍니다. 검증은 2024년 한강교량 안전감시 보고서와 비교했고, 16개소 중 14개소에서 판정이 같았습니다. 월 단위 수치 상관은 아직 편차가 있는데, 계측기 위치를 받아 비교할 측점을 미리 정하면 개선됩니다. 이 부분이 향후 계획의 KICT 협력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향후 계획입니다. 파이프라인, 실증, 연동 인터페이스는 이미 완료했습니다. 다음 단계는 KICT 와 교량관리번호, 좌표계, 인증 방식을 정해 스테이징 서버에 붙이는 시범 연동입니다. 그 후 B-Maps 운영 탭에 올리고, 계측 위치를 받아 정확도 검증을 완성하고, 코너리플렉터나 고해상도 위성으로 측점 밀도를 보강하겠습니다. KICT 께 요청드리는 것은 아래 네 가지이고, 연동 시연은 오늘이라도 바로 보여드릴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43400" cy="665683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KICT B-Maps 연계 · 2026 KAIA 자문회의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변위 모니터링 플랫폼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하나로 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→ 변위 → AI 해석 → 디지털 트윈 → B-Maps</a:t>
            </a: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 까지 자동으로 잇는다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3291840" cy="1097280"/>
          </a:xfrm>
          <a:prstGeom prst="roundRect">
            <a:avLst>
              <a:gd name="adj" fmla="val 5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50749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6E2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위성데이터 기반 변위 예측·AI 연계 중소형 교량 지능형 스마트 유지관리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RS-2026-25521660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목차</a:t>
            </a:r>
            <a:r>
              <a:rPr lang="en-US" sz="13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 CONTENTS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83480" y="1600200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983480" y="16002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15453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0025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유지관리 현황과 한계 · 위성 InSAR 와 B-Maps 연계의 필요성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154533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2606040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983480" y="2862072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983480" y="286207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28072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최종 목표 · 세부 목표 · 성과 지표와 현재 달성도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28072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3867912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83480" y="4123944"/>
            <a:ext cx="713232" cy="713232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983480" y="412394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4069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0" y="4526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① Inframon 플랫폼 구성   ② 한강 교량 실증 · 디지털 트윈   ③ B-Maps 연동 · 서비스 제공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06908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 – 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983480" y="5129784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83480" y="5385816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83480" y="538581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0" y="53309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578815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단계별 추진 계획 · KICT 협의 요청 · 기대 효과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3309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공명 위험 지수(CRI) 산출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2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 사이드카로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탭에 결과 제공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현재 달성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 1개로 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실측 건강 교량으로 기준 재설정 → 잠정 해제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REST 12개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현재 달성 = 실제 Sentinel-1 자료(ASC path127, 2018-06-19 ~ 2025-12-27) 처리 결과 기준.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① — Inframon 플랫폼 구성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 은 좌표 하나로 위성 → 변위 → AI 해석 → 트윈 → B-Maps 까지 잇는 6단계 파이프라인이다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⓪ 교량·영상 선별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InSAR 처리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교면 측점 정합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PINN 역산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FRAM · 위험도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공명 위험 지수 CRI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잔존수명 추정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산출 · 연동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60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좌표 1개 실행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교량을 바꿔도 코드 수정이 없다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품질 게이트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기준 미달 결과는 자동으로 전송 보류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51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장면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Sentinel-1 영상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23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과정 관통 교량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16/16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76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한강 교량 IFC 트윈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엔드포인트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② — 한강 교량 실증 · 디지털 트윈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사람 손 없이 같은 산출물과 IFC 트윈이 나온다 — 좌표 하나로 끝까지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0" cy="2706624"/>
        </p:xfrm>
        <a:graphic>
          <a:graphicData uri="http://schemas.openxmlformats.org/drawingml/2006/table">
            <a:tbl>
              <a:tblPr/>
              <a:tblGrid>
                <a:gridCol w="1318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90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4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89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연 변위속도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+0.17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−0.36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−1.38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−0.99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−0.66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−0.23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−4.26 mm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 변위속도 = 교면 측점 중앙값(mm/년) · 관측 시점 수가 다르면 신뢰구간도 다르다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8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40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(산출물 원본)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3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7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9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③ — B-Maps 연동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읽기 전용 사이드카로 붙인다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사이드카 · 읽기 전용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7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읽기 전용 사이드카라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개발은 끝났다 — KICT 와 연동 규칙을 정하면 시범 연동부터 바로 시작한다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완료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교량 23개소 관통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12개 · 탭 예제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위치 기반 정확도 검증 · CRI 기준 재설정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 · 고해상도 SAR 보강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협의 요청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교량 선정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자료가 있는 곳부터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화면 필드 매핑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· B-Maps 표시 항목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규칙 합의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갱신 주기 · 경보 임계 · 인증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검증 자료 공유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위치 · 실 제원 · 점검 이력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57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1986</Words>
  <Application>Microsoft Office PowerPoint</Application>
  <PresentationFormat>와이드스크린</PresentationFormat>
  <Paragraphs>349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Paperlogy 5 Medium</vt:lpstr>
      <vt:lpstr>Paperlogy 7 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Inframon × B-Maps 연계 제안</dc:title>
  <dc:subject>PptxGenJS Presentation</dc:subject>
  <dc:creator>PptxGenJS</dc:creator>
  <cp:lastModifiedBy>A</cp:lastModifiedBy>
  <cp:revision>1</cp:revision>
  <dcterms:created xsi:type="dcterms:W3CDTF">2026-09-16T13:35:07Z</dcterms:created>
  <dcterms:modified xsi:type="dcterms:W3CDTF">2026-09-17T00:45:45Z</dcterms:modified>
</cp:coreProperties>
</file>