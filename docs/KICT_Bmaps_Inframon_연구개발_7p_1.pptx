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pPr indent="0" marL="0">
              <a:buNone/>
            </a:pP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현장 검증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협의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pPr indent="0" marL="0">
              <a:buNone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pPr indent="0" marL="0">
              <a:buNone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pPr indent="0" marL="0">
              <a:buNone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9651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공명 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 사이드카로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탭에 결과 제공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3017520"/>
                <a:gridCol w="3776472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현재 달성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23개소 (한강 16개소 포함)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현장 보고서 판정 대조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16개소 중 14개소 일치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계측기 위치 기반 측점 1:1 정확도 검증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한강 16개소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16/16개소 · 결합률 94%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REST 12개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현재 달성 = 실제 Sentinel-1 자료(ASC path127, 2018-06-19 ~ 2025-12-27) 처리 결과 기준. 판정 대조는 2024 한강교량 온라인 안전감시시스템 유지관리 최종보고.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FRAM · 위험도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공명 위험 지수 CRI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잔존수명 추정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품질 게이트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기준 미달 결과는 자동으로 전송 보류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pPr indent="0" marL="0">
              <a:buNone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pPr indent="0" marL="0">
              <a:buNone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관통 교량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16/16</a:t>
            </a:r>
            <a:pPr indent="0" marL="0">
              <a:buNone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IFC 트윈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pPr indent="0" marL="0">
              <a:buNone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한강 교량 16개소 전수 처리 — 교량마다 사람 손 없이 같은 산출물과 IFC 트윈이 나온다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868680"/>
                <a:gridCol w="868680"/>
                <a:gridCol w="1005840"/>
                <a:gridCol w="960120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연 변위속도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품질 판정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+0.17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조건부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−0.36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39E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전송 보류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−1.38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39E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전송 보류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−0.99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39E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전송 보류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−0.66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39E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전송 보류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−0.23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조건부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−4.26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39E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전송 보류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GNSS 계측 7개소 · 연 변위속도 = 교면 측점 중앙값(mm/년) · 품질 판정 ≠ 구조 등급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출처·판정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pic>
        <p:nvPicPr>
          <p:cNvPr id="40" name="Image 0" descr="/tmp/claude-0/-home-claude/65dffca3-2835-51dd-a007-950964c02f5b/scratchpad/img/o10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16개소 IFC 트윈 + 교면 위성 측점 (산출물 원본)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16/16</a:t>
            </a:r>
            <a:pPr indent="0" marL="0">
              <a:buNone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생성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pPr indent="0" marL="0">
              <a:buNone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94</a:t>
            </a:r>
            <a:pPr indent="0" marL="0">
              <a:buNone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%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측점–부재 결합률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 결합률 = 1,113 / 1,179 측점.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 · 현장 검증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연동은 구현했다. 현장 대조는 계측 곡선이 있는 5개소 중 1개소만 일치 — 나머지는 계측 지점에 PS 가 없었다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23" name="Image 0" descr="/tmp/claude-0/-home-claude/65dffca3-2835-51dd-a007-950964c02f5b/scratchpad/img/o15_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사이드카 · 읽기 전용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 대조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1/5</a:t>
            </a:r>
            <a:pPr indent="0" marL="0">
              <a:buNone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PS 가 계측과 일치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가양대교 R² 0.83 · 우연 0.53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4/5</a:t>
            </a:r>
            <a:pPr indent="0" marL="0">
              <a:buNone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지점에서 PS 도출 못함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주경간 중앙 ±50 m 안 PS 0~2점 (3개소는 0점)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원인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계측기는 주경간 중앙·주탑에 있는데 강 위 주경간은 산란체가 없어 PS 가 교대·접속부에 몰린다. 방법이 아니라 자료가 그 자리에 없는 것이다 — 주경간에 코너리플렉터를 놓으면 바로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914400"/>
        </p:xfrm>
        <a:graphic>
          <a:graphicData uri="http://schemas.openxmlformats.org/drawingml/2006/table">
            <a:tbl>
              <a:tblPr/>
              <a:tblGrid>
                <a:gridCol w="987552"/>
                <a:gridCol w="1783080"/>
                <a:gridCol w="19659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대조는 교면 전용 재선별(MT-InSAR: 기선망·점별 DEM 오차·열팽창·APS) 뒤의 교면 PS 를 쓴다. 계측은 해마다 같은 달의 평균(계절 기후값)이라 월별로 접어 맞대고, 점 N개 중 최대 R² 의 우연 기준선을 같이 낸다. 계측기 정확 위치는 보고서에 없어 계측 종류로부터 주경간 중앙을 가정했다. 근거 그림: docs/img/value/센서자리_PS유무.png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개발은 끝났다 — KICT 와 연동 규칙을 정하면 시범 연동부터 바로 시작한다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완료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교량 23개소 관통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12개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협의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교량 선정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자료가 있는 곳부터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화면 필드 매핑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· B-Maps 표시 항목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규칙 합의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갱신 주기 · 경보 임계 · 인증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검증 자료 공유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· 실 제원 · 점검 이력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PptxGenJS</cp:lastModifiedBy>
  <cp:revision>1</cp:revision>
  <dcterms:created xsi:type="dcterms:W3CDTF">2026-09-16T13:35:07Z</dcterms:created>
  <dcterms:modified xsi:type="dcterms:W3CDTF">2026-09-16T13:35:07Z</dcterms:modified>
</cp:coreProperties>
</file>